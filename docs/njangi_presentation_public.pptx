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Njangi Digital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de gestion de tontine numérique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Problème résolu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 tontines traditionnelles manquent souvent de :</a:t>
            </a:r>
          </a:p>
          <a:p>
            <a:pPr/>
            <a:r>
              <a:t>• traçabilité</a:t>
            </a:r>
          </a:p>
          <a:p>
            <a:pPr/>
            <a:r>
              <a:t>• transparence</a:t>
            </a:r>
          </a:p>
          <a:p>
            <a:pPr/>
            <a:r>
              <a:t>• suivi des paiements</a:t>
            </a:r>
          </a:p>
          <a:p>
            <a:pPr/>
            <a:r>
              <a:t>• gestion efficace des prêts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que propose Njangi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Gestion des groupes et membres</a:t>
            </a:r>
          </a:p>
          <a:p>
            <a:pPr/>
            <a:r>
              <a:t>• Séances de cotisation et présences</a:t>
            </a:r>
          </a:p>
          <a:p>
            <a:pPr/>
            <a:r>
              <a:t>• Prêts, remboursements et fond commun</a:t>
            </a:r>
          </a:p>
          <a:p>
            <a:pPr/>
            <a:r>
              <a:t>• Rapports PDF et suivi financier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c’est crédible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Application déjà fonctionnelle</a:t>
            </a:r>
          </a:p>
          <a:p>
            <a:pPr/>
            <a:r>
              <a:t>• Fonctionnalités essentielles complètes</a:t>
            </a:r>
          </a:p>
          <a:p>
            <a:pPr/>
            <a:r>
              <a:t>• Tests validés</a:t>
            </a:r>
          </a:p>
          <a:p>
            <a:pPr/>
            <a:r>
              <a:t>• Prête pour une présentation publique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Njangi Digital est une solution numérique fiable, moderne et déjà opérationnelle pour la gestion de tontines.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